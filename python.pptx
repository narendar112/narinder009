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7E7A06-7205-49F9-A2E7-8CCDF1D9C307}" v="36" dt="2025-11-21T04:48:12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40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ia sharma" userId="6c10a631e6b1cbd0" providerId="LiveId" clId="{081F7B5D-6730-4E9D-9D63-FC9923146B30}"/>
    <pc:docChg chg="undo custSel addSld delSld modSld">
      <pc:chgData name="tania sharma" userId="6c10a631e6b1cbd0" providerId="LiveId" clId="{081F7B5D-6730-4E9D-9D63-FC9923146B30}" dt="2025-11-21T04:48:12.188" v="262" actId="14100"/>
      <pc:docMkLst>
        <pc:docMk/>
      </pc:docMkLst>
      <pc:sldChg chg="modSp new mod">
        <pc:chgData name="tania sharma" userId="6c10a631e6b1cbd0" providerId="LiveId" clId="{081F7B5D-6730-4E9D-9D63-FC9923146B30}" dt="2025-11-21T04:25:48.991" v="56" actId="113"/>
        <pc:sldMkLst>
          <pc:docMk/>
          <pc:sldMk cId="1160960189" sldId="258"/>
        </pc:sldMkLst>
        <pc:spChg chg="mod">
          <ac:chgData name="tania sharma" userId="6c10a631e6b1cbd0" providerId="LiveId" clId="{081F7B5D-6730-4E9D-9D63-FC9923146B30}" dt="2025-11-21T04:22:12.735" v="28" actId="1076"/>
          <ac:spMkLst>
            <pc:docMk/>
            <pc:sldMk cId="1160960189" sldId="258"/>
            <ac:spMk id="2" creationId="{A474F8DF-2FEC-3DD9-4D27-0E7D4AC5E61C}"/>
          </ac:spMkLst>
        </pc:spChg>
        <pc:spChg chg="mod">
          <ac:chgData name="tania sharma" userId="6c10a631e6b1cbd0" providerId="LiveId" clId="{081F7B5D-6730-4E9D-9D63-FC9923146B30}" dt="2025-11-21T04:25:48.991" v="56" actId="113"/>
          <ac:spMkLst>
            <pc:docMk/>
            <pc:sldMk cId="1160960189" sldId="258"/>
            <ac:spMk id="3" creationId="{797A1E58-3558-4BB4-4CC1-2BB772EC66AE}"/>
          </ac:spMkLst>
        </pc:spChg>
      </pc:sldChg>
      <pc:sldChg chg="del">
        <pc:chgData name="tania sharma" userId="6c10a631e6b1cbd0" providerId="LiveId" clId="{081F7B5D-6730-4E9D-9D63-FC9923146B30}" dt="2025-11-21T04:19:49.884" v="0" actId="2696"/>
        <pc:sldMkLst>
          <pc:docMk/>
          <pc:sldMk cId="2123040028" sldId="258"/>
        </pc:sldMkLst>
      </pc:sldChg>
      <pc:sldChg chg="modSp new mod">
        <pc:chgData name="tania sharma" userId="6c10a631e6b1cbd0" providerId="LiveId" clId="{081F7B5D-6730-4E9D-9D63-FC9923146B30}" dt="2025-11-21T04:27:11.989" v="73" actId="255"/>
        <pc:sldMkLst>
          <pc:docMk/>
          <pc:sldMk cId="3377116563" sldId="259"/>
        </pc:sldMkLst>
        <pc:spChg chg="mod modVis">
          <ac:chgData name="tania sharma" userId="6c10a631e6b1cbd0" providerId="LiveId" clId="{081F7B5D-6730-4E9D-9D63-FC9923146B30}" dt="2025-11-21T04:25:14.417" v="49" actId="14430"/>
          <ac:spMkLst>
            <pc:docMk/>
            <pc:sldMk cId="3377116563" sldId="259"/>
            <ac:spMk id="2" creationId="{54DD35CE-345B-7E44-2DB4-89CA6ACE876F}"/>
          </ac:spMkLst>
        </pc:spChg>
        <pc:spChg chg="mod">
          <ac:chgData name="tania sharma" userId="6c10a631e6b1cbd0" providerId="LiveId" clId="{081F7B5D-6730-4E9D-9D63-FC9923146B30}" dt="2025-11-21T04:27:11.989" v="73" actId="255"/>
          <ac:spMkLst>
            <pc:docMk/>
            <pc:sldMk cId="3377116563" sldId="259"/>
            <ac:spMk id="3" creationId="{6BF8A6A0-F3DF-9F80-2B19-A62E9D3E5539}"/>
          </ac:spMkLst>
        </pc:spChg>
      </pc:sldChg>
      <pc:sldChg chg="addSp delSp modSp new mod">
        <pc:chgData name="tania sharma" userId="6c10a631e6b1cbd0" providerId="LiveId" clId="{081F7B5D-6730-4E9D-9D63-FC9923146B30}" dt="2025-11-21T04:48:12.188" v="262" actId="14100"/>
        <pc:sldMkLst>
          <pc:docMk/>
          <pc:sldMk cId="2628895698" sldId="260"/>
        </pc:sldMkLst>
        <pc:spChg chg="mod modVis">
          <ac:chgData name="tania sharma" userId="6c10a631e6b1cbd0" providerId="LiveId" clId="{081F7B5D-6730-4E9D-9D63-FC9923146B30}" dt="2025-11-21T04:40:35.285" v="179" actId="1076"/>
          <ac:spMkLst>
            <pc:docMk/>
            <pc:sldMk cId="2628895698" sldId="260"/>
            <ac:spMk id="2" creationId="{14A98496-F721-4AB4-BEE1-F03069DF4952}"/>
          </ac:spMkLst>
        </pc:spChg>
        <pc:spChg chg="del mod">
          <ac:chgData name="tania sharma" userId="6c10a631e6b1cbd0" providerId="LiveId" clId="{081F7B5D-6730-4E9D-9D63-FC9923146B30}" dt="2025-11-21T04:41:47.702" v="187"/>
          <ac:spMkLst>
            <pc:docMk/>
            <pc:sldMk cId="2628895698" sldId="260"/>
            <ac:spMk id="3" creationId="{F9F6ADF0-6DBE-4119-7617-6C0128800F3C}"/>
          </ac:spMkLst>
        </pc:spChg>
        <pc:spChg chg="add mod">
          <ac:chgData name="tania sharma" userId="6c10a631e6b1cbd0" providerId="LiveId" clId="{081F7B5D-6730-4E9D-9D63-FC9923146B30}" dt="2025-11-21T04:48:12.188" v="262" actId="14100"/>
          <ac:spMkLst>
            <pc:docMk/>
            <pc:sldMk cId="2628895698" sldId="260"/>
            <ac:spMk id="4" creationId="{F96728C6-E39E-182D-1B35-EBD6E13E6D7C}"/>
          </ac:spMkLst>
        </pc:spChg>
        <pc:spChg chg="add mod">
          <ac:chgData name="tania sharma" userId="6c10a631e6b1cbd0" providerId="LiveId" clId="{081F7B5D-6730-4E9D-9D63-FC9923146B30}" dt="2025-11-21T04:43:59.605" v="204" actId="20577"/>
          <ac:spMkLst>
            <pc:docMk/>
            <pc:sldMk cId="2628895698" sldId="260"/>
            <ac:spMk id="5" creationId="{1BF01A52-1577-2F2B-8EA8-C028682D035B}"/>
          </ac:spMkLst>
        </pc:spChg>
      </pc:sldChg>
      <pc:sldChg chg="addSp delSp modSp new del mod">
        <pc:chgData name="tania sharma" userId="6c10a631e6b1cbd0" providerId="LiveId" clId="{081F7B5D-6730-4E9D-9D63-FC9923146B30}" dt="2025-11-21T04:40:00.864" v="161" actId="2696"/>
        <pc:sldMkLst>
          <pc:docMk/>
          <pc:sldMk cId="3267892865" sldId="260"/>
        </pc:sldMkLst>
        <pc:spChg chg="mod">
          <ac:chgData name="tania sharma" userId="6c10a631e6b1cbd0" providerId="LiveId" clId="{081F7B5D-6730-4E9D-9D63-FC9923146B30}" dt="2025-11-21T04:28:17.950" v="91" actId="1076"/>
          <ac:spMkLst>
            <pc:docMk/>
            <pc:sldMk cId="3267892865" sldId="260"/>
            <ac:spMk id="2" creationId="{E04C7917-E516-335A-7B01-18FD7270D671}"/>
          </ac:spMkLst>
        </pc:spChg>
        <pc:spChg chg="del mod">
          <ac:chgData name="tania sharma" userId="6c10a631e6b1cbd0" providerId="LiveId" clId="{081F7B5D-6730-4E9D-9D63-FC9923146B30}" dt="2025-11-21T04:29:26.756" v="95"/>
          <ac:spMkLst>
            <pc:docMk/>
            <pc:sldMk cId="3267892865" sldId="260"/>
            <ac:spMk id="3" creationId="{99E24FA0-1F1B-D889-C4B4-3BF4CEADB54D}"/>
          </ac:spMkLst>
        </pc:spChg>
        <pc:spChg chg="add del mod">
          <ac:chgData name="tania sharma" userId="6c10a631e6b1cbd0" providerId="LiveId" clId="{081F7B5D-6730-4E9D-9D63-FC9923146B30}" dt="2025-11-21T04:39:28.852" v="158"/>
          <ac:spMkLst>
            <pc:docMk/>
            <pc:sldMk cId="3267892865" sldId="260"/>
            <ac:spMk id="4" creationId="{2217AEE3-2740-64BF-479B-4FAB48A5AAD1}"/>
          </ac:spMkLst>
        </pc:spChg>
        <pc:spChg chg="add del mod">
          <ac:chgData name="tania sharma" userId="6c10a631e6b1cbd0" providerId="LiveId" clId="{081F7B5D-6730-4E9D-9D63-FC9923146B30}" dt="2025-11-21T04:39:47.075" v="160" actId="21"/>
          <ac:spMkLst>
            <pc:docMk/>
            <pc:sldMk cId="3267892865" sldId="260"/>
            <ac:spMk id="5" creationId="{42167CA0-87F9-E488-D90D-36E33B12670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1E640-7DFF-441D-A49E-A0435844E7F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00B3756-DDED-4F9A-8442-BA3E6875C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959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1E640-7DFF-441D-A49E-A0435844E7F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B3756-DDED-4F9A-8442-BA3E6875C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981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1E640-7DFF-441D-A49E-A0435844E7F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0B3756-DDED-4F9A-8442-BA3E6875C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710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1E640-7DFF-441D-A49E-A0435844E7F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00B3756-DDED-4F9A-8442-BA3E6875C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280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1E640-7DFF-441D-A49E-A0435844E7F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00B3756-DDED-4F9A-8442-BA3E6875C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927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1E640-7DFF-441D-A49E-A0435844E7F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B3756-DDED-4F9A-8442-BA3E6875C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42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1E640-7DFF-441D-A49E-A0435844E7F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B3756-DDED-4F9A-8442-BA3E6875C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382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1E640-7DFF-441D-A49E-A0435844E7F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B3756-DDED-4F9A-8442-BA3E6875C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796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1E640-7DFF-441D-A49E-A0435844E7F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0B3756-DDED-4F9A-8442-BA3E6875C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944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1E640-7DFF-441D-A49E-A0435844E7F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0B3756-DDED-4F9A-8442-BA3E6875C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619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1E640-7DFF-441D-A49E-A0435844E7F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0B3756-DDED-4F9A-8442-BA3E6875CC5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9167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1E640-7DFF-441D-A49E-A0435844E7F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0B3756-DDED-4F9A-8442-BA3E6875C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8403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1E640-7DFF-441D-A49E-A0435844E7F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0B3756-DDED-4F9A-8442-BA3E6875CC55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9223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1E640-7DFF-441D-A49E-A0435844E7F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0B3756-DDED-4F9A-8442-BA3E6875C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9899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1E640-7DFF-441D-A49E-A0435844E7F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B3756-DDED-4F9A-8442-BA3E6875C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151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1E640-7DFF-441D-A49E-A0435844E7F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B3756-DDED-4F9A-8442-BA3E6875C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04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1E640-7DFF-441D-A49E-A0435844E7F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00B3756-DDED-4F9A-8442-BA3E6875C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069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10D0E-7E5B-E654-B957-6BFCC44A9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985" y="157316"/>
            <a:ext cx="7089059" cy="656303"/>
          </a:xfrm>
        </p:spPr>
        <p:txBody>
          <a:bodyPr>
            <a:normAutofit fontScale="90000"/>
          </a:bodyPr>
          <a:lstStyle/>
          <a:p>
            <a:r>
              <a:rPr lang="en-IN" sz="4000" b="1" dirty="0"/>
              <a:t>Project1:Features of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37A4D-589A-BA14-69D5-A535D086D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1819" y="961102"/>
            <a:ext cx="10117393" cy="5896898"/>
          </a:xfrm>
        </p:spPr>
        <p:txBody>
          <a:bodyPr>
            <a:noAutofit/>
          </a:bodyPr>
          <a:lstStyle/>
          <a:p>
            <a:r>
              <a:rPr lang="en-US" sz="1600" b="1" dirty="0"/>
              <a:t>1. Simple and easy to learn: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is a simple programming language. When we read Python program , We can feel like reading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english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statements.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syntaxes are very simple and only 30+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kerywords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available.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compared with other languages, we can write programs with very less number of lines. Hence more readability and simplicity.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reduce development and cost of the project. 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Freeware and Open Source: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use Python software without any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licence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it is freeware. Its source code is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open,so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we can we can customize based on our requirement.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Jython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customized version of Python to work with Java Applications.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 High Level Programming language: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is high level programming language and hence it is programmer friendly language. Being a programmer we are not required to concentrate low level activities like memory management and security etc.. 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Platform Independent: 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we write a Python program, it can run on any platform without rewriting once again. Internally PVM is responsible to convert into machine understandable form.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Portability: 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programs are portable.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can migrate from one platform to another platform very easily. Python programs will provide same results on any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paltform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9564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4037545-1E8D-CBCA-B03A-43845D33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425F73-550E-7228-D63E-F45C23AD4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75304"/>
            <a:ext cx="10382864" cy="64892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Dynamically Typed: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Python we are not required to declare type for variables. Whenever we are assigning the value, based on value, type will be allocated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automatically.Hence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is considered as dynamically typed language.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Java, C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Statically Typed Languages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b'z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have to provide type at the beginning only.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dynamic typing nature will provide more flexibility to the programmer. </a:t>
            </a:r>
          </a:p>
          <a:p>
            <a:pPr marL="0" indent="0" algn="just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Both Procedure Oriented and Object Oriented: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language supports both Procedure oriented (like C, pascal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object oriented (like C++,Java) features.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 we can get benefits of both like security and reusability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Interpreted: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not required to compile Python programs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explcitly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Internally Python interpreter will take care that compilation.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compilation fails interpreter raised syntax errors. Once compilation success then PVM (Python Virtual Machine) is responsible to execute. </a:t>
            </a:r>
          </a:p>
          <a:p>
            <a:pPr marL="0" indent="0" algn="just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Extensible: </a:t>
            </a:r>
          </a:p>
          <a:p>
            <a:pPr marL="0" indent="0" algn="just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use other language programs in Python. The main advantages of this approach are: </a:t>
            </a:r>
          </a:p>
          <a:p>
            <a:pPr marL="0" indent="0" algn="just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We can use already existing legacy non-Python code </a:t>
            </a:r>
          </a:p>
          <a:p>
            <a:pPr marL="0" indent="0" algn="just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We can improve performance of the application </a:t>
            </a:r>
          </a:p>
          <a:p>
            <a:pPr marL="0" indent="0" algn="just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Embedded: </a:t>
            </a:r>
          </a:p>
          <a:p>
            <a:pPr marL="0" indent="0" algn="just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use Python programs in any other language programs.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can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programs anywhere. </a:t>
            </a:r>
          </a:p>
          <a:p>
            <a:pPr marL="0" indent="0" algn="just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Extensive Library: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has a rich inbuilt library.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Being a programmer we can use this library directly and we are not responsible to implement the functionality.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1212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4F8DF-2FEC-3DD9-4D27-0E7D4AC5E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8478" y="235974"/>
            <a:ext cx="2300748" cy="688258"/>
          </a:xfrm>
        </p:spPr>
        <p:txBody>
          <a:bodyPr/>
          <a:lstStyle/>
          <a:p>
            <a:r>
              <a:rPr lang="en-IN" dirty="0"/>
              <a:t>Project2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A1E58-3558-4BB4-4CC1-2BB772EC6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0142" y="1150374"/>
            <a:ext cx="9754470" cy="570762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 chosen Python IDE — PyCharm (Community Edition) — and why</a:t>
            </a:r>
          </a:p>
          <a:p>
            <a:pPr algn="just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PyCharm (my pick):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Full-featured IDE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Integrated debugger, intelligent code completion (smart autocompletion), refactoring tools, project explorer, integrated terminal, test runner, and VCS support (git) — all in one place.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code analysis &amp; inspections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Finds errors, suggests fixes and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refactorings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(rename, extract method, safe delete).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 for larger projects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Project-level navigation, virtual environment management, and robust refactoring make it excellent for medium-to-large codebases.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Plugins &amp; ecosystem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Many useful plugins, and the Professional edition adds web frameworks, DB tools, etc. Community edition is free and powerful for Python work.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debugging and profiling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Visual debugger, breakpoints, stepping, watches, variable inspection — essential for building and debugging complex systems.</a:t>
            </a:r>
          </a:p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it’s better than many alternatives (brief):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VS Code is lightweight and excellent, but it needs many extensions to match PyCharm’s Python-specific intelligence. PyCharm’s built-in Python-aware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refactorings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inspections are more advanced out of the box.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IDLE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Thonny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Those are simpler and fine for learning, but lack the advanced tooling (refactoring, test integration, VCS) PyCharm has.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great for notebooks, data analysis, REPL-style work — but not for building production applications or refactoring codebases.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0960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4DD35CE-345B-7E44-2DB4-89CA6ACE8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8A6A0-F3DF-9F80-2B19-A62E9D3E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3496" y="304799"/>
            <a:ext cx="10402529" cy="6430297"/>
          </a:xfrm>
        </p:spPr>
        <p:txBody>
          <a:bodyPr/>
          <a:lstStyle/>
          <a:p>
            <a:pPr algn="just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Difference: Code Editor vs IDE</a:t>
            </a:r>
          </a:p>
          <a:p>
            <a:pPr marL="0" indent="0" algn="just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Editor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text editor focused on editing source code (e.g., Sublime Text, VS Code). Typically: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and fast.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highlighting, basic autocompletion, file search.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Extensible by plugins (linting, debugger, git plugins).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for small tasks, scripts, and when you want minimal overhead.</a:t>
            </a:r>
          </a:p>
          <a:p>
            <a:pPr marL="0" indent="0" algn="just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 (Integrated Development Environment)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full environment designed to support the entire development cycle (e.g., PyCharm, Eclipse).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features of an editor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integrated debugger, profiler, build/run tools, project management, refactoring tools, GUI for version control, test runners, sometimes DB tools and integration with frameworks.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heavier but gives productivity boosts for medium/large projects.</a:t>
            </a:r>
          </a:p>
          <a:p>
            <a:pPr algn="just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 short: editors are lightweight and pluggable; IDEs are heavier but integrate many development tools in one cohesive environment.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7116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98496-F721-4AB4-BEE1-F03069DF4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2606" y="211155"/>
            <a:ext cx="2104103" cy="555761"/>
          </a:xfrm>
        </p:spPr>
        <p:txBody>
          <a:bodyPr>
            <a:normAutofit fontScale="90000"/>
          </a:bodyPr>
          <a:lstStyle/>
          <a:p>
            <a:r>
              <a:rPr lang="en-IN" dirty="0"/>
              <a:t>Project 3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6728C6-E39E-182D-1B35-EBD6E13E6D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65004" y="766916"/>
            <a:ext cx="10620000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1.Dynamic typing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is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dynamically typed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variable names are bound to objects at runtime; types are checked at runtime.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languages like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C, C++, Java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types are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(declared and checked at compile time).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 typing helps catch many errors earlier; dynamic typing gives flexibility.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2.Duck typing / polymorphism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uses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duck typing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if an object provides the required methods/behavior, it’s acceptable — no need for formal type hierarchies.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statically typed languages you typically rely on explicit interfaces/types.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3.Built-in high-level compound types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has built-in list, tuple,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set as first-class, high-level types with rich operations. These are more flexible than raw arrays 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 and often easier to use than equivalent collections in lower-level languages.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Python list can grow dynamically; C arrays have fixed length (unless using dynamic allocation manually).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4.Everything is an object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Python, numbers, functions, classes — everything is an object with attributes. In languages like C, primitive types are non-objects.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5.No primitive vs boxed types distinction (for the programmer)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Java, int is primitive and Integer is an object wrapper; in Python you don’t worry about primitive vs boxed: 3 is an object.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6.Mutability rules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distinguishes mutable vs immutable types: tuple, str, int are immutable; list,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set are mutable.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languages differ in which built-ins are mutable and how immutability is enforced.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7.Garbage collection &amp; memory model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has automatic memory management (reference counting + cyclic GC), while languages like C require manual malloc/free.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Languages like Java also have GC, but details differ.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8.Type hints (optional)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Recent Python versions support optional static typing via type hints (typing module), but these are not enforced at runtime without external tools (e.g.,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mypy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other languages enforce types at compile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BF01A52-1577-2F2B-8EA8-C028682D0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89569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76</TotalTime>
  <Words>1298</Words>
  <Application>Microsoft Office PowerPoint</Application>
  <PresentationFormat>Widescreen</PresentationFormat>
  <Paragraphs>82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Times New Roman</vt:lpstr>
      <vt:lpstr>Wingdings 3</vt:lpstr>
      <vt:lpstr>Wisp</vt:lpstr>
      <vt:lpstr>Project1:Features of Python</vt:lpstr>
      <vt:lpstr>PowerPoint Presentation</vt:lpstr>
      <vt:lpstr>Project2</vt:lpstr>
      <vt:lpstr>PowerPoint Presentation</vt:lpstr>
      <vt:lpstr>Project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tania sharma</dc:creator>
  <cp:lastModifiedBy>tania sharma</cp:lastModifiedBy>
  <cp:revision>1</cp:revision>
  <dcterms:created xsi:type="dcterms:W3CDTF">2025-11-20T20:18:15Z</dcterms:created>
  <dcterms:modified xsi:type="dcterms:W3CDTF">2025-11-21T04:48:17Z</dcterms:modified>
</cp:coreProperties>
</file>